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6" r:id="rId1"/>
  </p:sldMasterIdLst>
  <p:notesMasterIdLst>
    <p:notesMasterId r:id="rId3"/>
  </p:notesMasterIdLst>
  <p:sldIdLst>
    <p:sldId id="327" r:id="rId2"/>
  </p:sldIdLst>
  <p:sldSz cx="6858000" cy="9906000" type="A4"/>
  <p:notesSz cx="6865938" cy="9998075"/>
  <p:embeddedFontLst>
    <p:embeddedFont>
      <p:font typeface="가는각진제목체" panose="020B0600000101010101" charset="-127"/>
      <p:regular r:id="rId4"/>
    </p:embeddedFont>
    <p:embeddedFont>
      <p:font typeface="G마켓 산스 TTF Bold" panose="02000000000000000000" pitchFamily="2" charset="-127"/>
      <p:bold r:id="rId5"/>
    </p:embeddedFont>
    <p:embeddedFont>
      <p:font typeface="에스코어 드림 4 Regular" panose="020B0503030302020204" pitchFamily="34" charset="-127"/>
      <p:regular r:id="rId6"/>
    </p:embeddedFont>
    <p:embeddedFont>
      <p:font typeface="여기어때 잘난체" panose="020B0600000101010101" pitchFamily="50" charset="-127"/>
      <p:bold r:id="rId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7" pos="2160" userDrawn="1">
          <p15:clr>
            <a:srgbClr val="A4A3A4"/>
          </p15:clr>
        </p15:guide>
        <p15:guide id="28" pos="278" userDrawn="1">
          <p15:clr>
            <a:srgbClr val="A4A3A4"/>
          </p15:clr>
        </p15:guide>
        <p15:guide id="29" pos="73" userDrawn="1">
          <p15:clr>
            <a:srgbClr val="A4A3A4"/>
          </p15:clr>
        </p15:guide>
        <p15:guide id="30" pos="4088" userDrawn="1">
          <p15:clr>
            <a:srgbClr val="A4A3A4"/>
          </p15:clr>
        </p15:guide>
        <p15:guide id="31" orient="horz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CC3300"/>
    <a:srgbClr val="FF9900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564F53-B5CE-4BB3-A21D-5BBAA837F4D1}" v="3" dt="2026-03-16T17:49:59.9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 showGuides="1">
      <p:cViewPr>
        <p:scale>
          <a:sx n="125" d="100"/>
          <a:sy n="125" d="100"/>
        </p:scale>
        <p:origin x="-42" y="-2586"/>
      </p:cViewPr>
      <p:guideLst>
        <p:guide pos="2160"/>
        <p:guide pos="278"/>
        <p:guide pos="73"/>
        <p:guide pos="4088"/>
        <p:guide orient="horz"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S K" userId="4932f81ed9ea8829" providerId="LiveId" clId="{B436FB2F-16F5-4FDE-9B09-9C584E405EE7}"/>
    <pc:docChg chg="undo custSel modSld">
      <pc:chgData name="YS K" userId="4932f81ed9ea8829" providerId="LiveId" clId="{B436FB2F-16F5-4FDE-9B09-9C584E405EE7}" dt="2026-03-17T02:45:08.714" v="577" actId="1076"/>
      <pc:docMkLst>
        <pc:docMk/>
      </pc:docMkLst>
      <pc:sldChg chg="modSp mod">
        <pc:chgData name="YS K" userId="4932f81ed9ea8829" providerId="LiveId" clId="{B436FB2F-16F5-4FDE-9B09-9C584E405EE7}" dt="2026-03-17T02:45:08.714" v="577" actId="1076"/>
        <pc:sldMkLst>
          <pc:docMk/>
          <pc:sldMk cId="479113431" sldId="327"/>
        </pc:sldMkLst>
        <pc:spChg chg="mod">
          <ac:chgData name="YS K" userId="4932f81ed9ea8829" providerId="LiveId" clId="{B436FB2F-16F5-4FDE-9B09-9C584E405EE7}" dt="2026-02-27T14:57:48.338" v="232" actId="20577"/>
          <ac:spMkLst>
            <pc:docMk/>
            <pc:sldMk cId="479113431" sldId="327"/>
            <ac:spMk id="33" creationId="{00000000-0000-0000-0000-000000000000}"/>
          </ac:spMkLst>
        </pc:spChg>
        <pc:spChg chg="mod">
          <ac:chgData name="YS K" userId="4932f81ed9ea8829" providerId="LiveId" clId="{B436FB2F-16F5-4FDE-9B09-9C584E405EE7}" dt="2026-03-17T02:45:08.714" v="577" actId="1076"/>
          <ac:spMkLst>
            <pc:docMk/>
            <pc:sldMk cId="479113431" sldId="327"/>
            <ac:spMk id="44" creationId="{00000000-0000-0000-0000-000000000000}"/>
          </ac:spMkLst>
        </pc:spChg>
        <pc:graphicFrameChg chg="mod modGraphic">
          <ac:chgData name="YS K" userId="4932f81ed9ea8829" providerId="LiveId" clId="{B436FB2F-16F5-4FDE-9B09-9C584E405EE7}" dt="2026-02-27T14:57:11.819" v="208"/>
          <ac:graphicFrameMkLst>
            <pc:docMk/>
            <pc:sldMk cId="479113431" sldId="327"/>
            <ac:graphicFrameMk id="31" creationId="{00000000-0000-0000-0000-000000000000}"/>
          </ac:graphicFrameMkLst>
        </pc:graphicFrameChg>
        <pc:graphicFrameChg chg="mod modGraphic">
          <ac:chgData name="YS K" userId="4932f81ed9ea8829" providerId="LiveId" clId="{B436FB2F-16F5-4FDE-9B09-9C584E405EE7}" dt="2026-03-16T17:49:59.999" v="576" actId="20577"/>
          <ac:graphicFrameMkLst>
            <pc:docMk/>
            <pc:sldMk cId="479113431" sldId="327"/>
            <ac:graphicFrameMk id="32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499904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l">
              <a:defRPr sz="13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9109" y="0"/>
            <a:ext cx="2975240" cy="499904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r">
              <a:defRPr sz="13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defRPr>
            </a:lvl1pPr>
          </a:lstStyle>
          <a:p>
            <a:fld id="{19C26F9E-A6F2-49C7-9488-16B0DCCAEDD0}" type="datetimeFigureOut">
              <a:rPr lang="ko-KR" altLang="en-US" smtClean="0"/>
              <a:pPr/>
              <a:t>2026-03-17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35188" y="749300"/>
            <a:ext cx="2595562" cy="3749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59" tIns="48180" rIns="96359" bIns="4818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6594" y="4749086"/>
            <a:ext cx="5492750" cy="4499134"/>
          </a:xfrm>
          <a:prstGeom prst="rect">
            <a:avLst/>
          </a:prstGeom>
        </p:spPr>
        <p:txBody>
          <a:bodyPr vert="horz" lIns="96359" tIns="48180" rIns="96359" bIns="4818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96436"/>
            <a:ext cx="2975240" cy="499904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l">
              <a:defRPr sz="13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9109" y="9496436"/>
            <a:ext cx="2975240" cy="499904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r">
              <a:defRPr sz="13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defRPr>
            </a:lvl1pPr>
          </a:lstStyle>
          <a:p>
            <a:fld id="{7ED90682-0597-415F-804E-E9C1AE94375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8020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에스코어 드림 4 Regular" panose="020B0503030302020204" pitchFamily="34" charset="-127"/>
        <a:ea typeface="에스코어 드림 4 Regular" panose="020B0503030302020204" pitchFamily="34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에스코어 드림 4 Regular" panose="020B0503030302020204" pitchFamily="34" charset="-127"/>
        <a:ea typeface="에스코어 드림 4 Regular" panose="020B0503030302020204" pitchFamily="34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에스코어 드림 4 Regular" panose="020B0503030302020204" pitchFamily="34" charset="-127"/>
        <a:ea typeface="에스코어 드림 4 Regular" panose="020B0503030302020204" pitchFamily="34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에스코어 드림 4 Regular" panose="020B0503030302020204" pitchFamily="34" charset="-127"/>
        <a:ea typeface="에스코어 드림 4 Regular" panose="020B0503030302020204" pitchFamily="34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에스코어 드림 4 Regular" panose="020B0503030302020204" pitchFamily="34" charset="-127"/>
        <a:ea typeface="에스코어 드림 4 Regular" panose="020B0503030302020204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D90682-0597-415F-804E-E9C1AE943756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8044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6710"/>
            <a:ext cx="5829300" cy="212394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/>
            </a:lvl1pPr>
            <a:lvl2pPr marL="457197" indent="0" algn="ctr">
              <a:buNone/>
              <a:defRPr/>
            </a:lvl2pPr>
            <a:lvl3pPr marL="914395" indent="0" algn="ctr">
              <a:buNone/>
              <a:defRPr/>
            </a:lvl3pPr>
            <a:lvl4pPr marL="1371592" indent="0" algn="ctr">
              <a:buNone/>
              <a:defRPr/>
            </a:lvl4pPr>
            <a:lvl5pPr marL="1828789" indent="0" algn="ctr">
              <a:buNone/>
              <a:defRPr/>
            </a:lvl5pPr>
            <a:lvl6pPr marL="2285987" indent="0" algn="ctr">
              <a:buNone/>
              <a:defRPr/>
            </a:lvl6pPr>
            <a:lvl7pPr marL="2743184" indent="0" algn="ctr">
              <a:buNone/>
              <a:defRPr/>
            </a:lvl7pPr>
            <a:lvl8pPr marL="3200381" indent="0" algn="ctr">
              <a:buNone/>
              <a:defRPr/>
            </a:lvl8pPr>
            <a:lvl9pPr marL="3657579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0B111C-F723-468F-B760-184EFDF58CC3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3747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117757-5902-4CA1-A682-3A961817A86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83804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338" y="6364949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338" y="4198012"/>
            <a:ext cx="5829300" cy="216693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97" indent="0">
              <a:buNone/>
              <a:defRPr sz="1800"/>
            </a:lvl2pPr>
            <a:lvl3pPr marL="914395" indent="0">
              <a:buNone/>
              <a:defRPr sz="1600"/>
            </a:lvl3pPr>
            <a:lvl4pPr marL="1371592" indent="0">
              <a:buNone/>
              <a:defRPr sz="1400"/>
            </a:lvl4pPr>
            <a:lvl5pPr marL="1828789" indent="0">
              <a:buNone/>
              <a:defRPr sz="1400"/>
            </a:lvl5pPr>
            <a:lvl6pPr marL="2285987" indent="0">
              <a:buNone/>
              <a:defRPr sz="1400"/>
            </a:lvl6pPr>
            <a:lvl7pPr marL="2743184" indent="0">
              <a:buNone/>
              <a:defRPr sz="1400"/>
            </a:lvl7pPr>
            <a:lvl8pPr marL="3200381" indent="0">
              <a:buNone/>
              <a:defRPr sz="1400"/>
            </a:lvl8pPr>
            <a:lvl9pPr marL="3657579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17A0E2-C328-426C-A963-C0D3D5CD17B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02996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42900" y="2311402"/>
            <a:ext cx="3009900" cy="653692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505200" y="2311402"/>
            <a:ext cx="3009900" cy="653692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6F162B-2D69-4C39-A9CB-8D54D8D431F6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53225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6812"/>
            <a:ext cx="3030538" cy="92524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7" indent="0">
              <a:buNone/>
              <a:defRPr sz="2000" b="1"/>
            </a:lvl2pPr>
            <a:lvl3pPr marL="914395" indent="0">
              <a:buNone/>
              <a:defRPr sz="1800" b="1"/>
            </a:lvl3pPr>
            <a:lvl4pPr marL="1371592" indent="0">
              <a:buNone/>
              <a:defRPr sz="1600" b="1"/>
            </a:lvl4pPr>
            <a:lvl5pPr marL="1828789" indent="0">
              <a:buNone/>
              <a:defRPr sz="1600" b="1"/>
            </a:lvl5pPr>
            <a:lvl6pPr marL="2285987" indent="0">
              <a:buNone/>
              <a:defRPr sz="1600" b="1"/>
            </a:lvl6pPr>
            <a:lvl7pPr marL="2743184" indent="0">
              <a:buNone/>
              <a:defRPr sz="1600" b="1"/>
            </a:lvl7pPr>
            <a:lvl8pPr marL="3200381" indent="0">
              <a:buNone/>
              <a:defRPr sz="1600" b="1"/>
            </a:lvl8pPr>
            <a:lvl9pPr marL="365757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2063"/>
            <a:ext cx="3030538" cy="57062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4572" y="2216812"/>
            <a:ext cx="3030537" cy="92524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7" indent="0">
              <a:buNone/>
              <a:defRPr sz="2000" b="1"/>
            </a:lvl2pPr>
            <a:lvl3pPr marL="914395" indent="0">
              <a:buNone/>
              <a:defRPr sz="1800" b="1"/>
            </a:lvl3pPr>
            <a:lvl4pPr marL="1371592" indent="0">
              <a:buNone/>
              <a:defRPr sz="1600" b="1"/>
            </a:lvl4pPr>
            <a:lvl5pPr marL="1828789" indent="0">
              <a:buNone/>
              <a:defRPr sz="1600" b="1"/>
            </a:lvl5pPr>
            <a:lvl6pPr marL="2285987" indent="0">
              <a:buNone/>
              <a:defRPr sz="1600" b="1"/>
            </a:lvl6pPr>
            <a:lvl7pPr marL="2743184" indent="0">
              <a:buNone/>
              <a:defRPr sz="1600" b="1"/>
            </a:lvl7pPr>
            <a:lvl8pPr marL="3200381" indent="0">
              <a:buNone/>
              <a:defRPr sz="1600" b="1"/>
            </a:lvl8pPr>
            <a:lvl9pPr marL="365757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4572" y="3142063"/>
            <a:ext cx="3030537" cy="57062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67D52C-1854-4099-BB2E-33CDD4E5BC2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84394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166B8D-CB07-46AA-B3F2-97E0E9D4E317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9070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17F081-33A0-42EB-AB86-A2F56933971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60799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3834"/>
            <a:ext cx="2255838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3837"/>
            <a:ext cx="3833812" cy="84544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2072351"/>
            <a:ext cx="2255838" cy="6775979"/>
          </a:xfrm>
        </p:spPr>
        <p:txBody>
          <a:bodyPr/>
          <a:lstStyle>
            <a:lvl1pPr marL="0" indent="0">
              <a:buNone/>
              <a:defRPr sz="1400"/>
            </a:lvl1pPr>
            <a:lvl2pPr marL="457197" indent="0">
              <a:buNone/>
              <a:defRPr sz="1200"/>
            </a:lvl2pPr>
            <a:lvl3pPr marL="914395" indent="0">
              <a:buNone/>
              <a:defRPr sz="1000"/>
            </a:lvl3pPr>
            <a:lvl4pPr marL="1371592" indent="0">
              <a:buNone/>
              <a:defRPr sz="900"/>
            </a:lvl4pPr>
            <a:lvl5pPr marL="1828789" indent="0">
              <a:buNone/>
              <a:defRPr sz="900"/>
            </a:lvl5pPr>
            <a:lvl6pPr marL="2285987" indent="0">
              <a:buNone/>
              <a:defRPr sz="900"/>
            </a:lvl6pPr>
            <a:lvl7pPr marL="2743184" indent="0">
              <a:buNone/>
              <a:defRPr sz="900"/>
            </a:lvl7pPr>
            <a:lvl8pPr marL="3200381" indent="0">
              <a:buNone/>
              <a:defRPr sz="900"/>
            </a:lvl8pPr>
            <a:lvl9pPr marL="3657579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FDE5BF-9850-48FD-8EE9-0738ED121DE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89002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613" y="6934201"/>
            <a:ext cx="4114800" cy="81862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613" y="885693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197" indent="0">
              <a:buNone/>
              <a:defRPr sz="2800"/>
            </a:lvl2pPr>
            <a:lvl3pPr marL="914395" indent="0">
              <a:buNone/>
              <a:defRPr sz="2400"/>
            </a:lvl3pPr>
            <a:lvl4pPr marL="1371592" indent="0">
              <a:buNone/>
              <a:defRPr sz="2000"/>
            </a:lvl4pPr>
            <a:lvl5pPr marL="1828789" indent="0">
              <a:buNone/>
              <a:defRPr sz="2000"/>
            </a:lvl5pPr>
            <a:lvl6pPr marL="2285987" indent="0">
              <a:buNone/>
              <a:defRPr sz="2000"/>
            </a:lvl6pPr>
            <a:lvl7pPr marL="2743184" indent="0">
              <a:buNone/>
              <a:defRPr sz="2000"/>
            </a:lvl7pPr>
            <a:lvl8pPr marL="3200381" indent="0">
              <a:buNone/>
              <a:defRPr sz="2000"/>
            </a:lvl8pPr>
            <a:lvl9pPr marL="3657579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613" y="7752822"/>
            <a:ext cx="4114800" cy="1162579"/>
          </a:xfrm>
        </p:spPr>
        <p:txBody>
          <a:bodyPr/>
          <a:lstStyle>
            <a:lvl1pPr marL="0" indent="0">
              <a:buNone/>
              <a:defRPr sz="1400"/>
            </a:lvl1pPr>
            <a:lvl2pPr marL="457197" indent="0">
              <a:buNone/>
              <a:defRPr sz="1200"/>
            </a:lvl2pPr>
            <a:lvl3pPr marL="914395" indent="0">
              <a:buNone/>
              <a:defRPr sz="1000"/>
            </a:lvl3pPr>
            <a:lvl4pPr marL="1371592" indent="0">
              <a:buNone/>
              <a:defRPr sz="900"/>
            </a:lvl4pPr>
            <a:lvl5pPr marL="1828789" indent="0">
              <a:buNone/>
              <a:defRPr sz="900"/>
            </a:lvl5pPr>
            <a:lvl6pPr marL="2285987" indent="0">
              <a:buNone/>
              <a:defRPr sz="900"/>
            </a:lvl6pPr>
            <a:lvl7pPr marL="2743184" indent="0">
              <a:buNone/>
              <a:defRPr sz="900"/>
            </a:lvl7pPr>
            <a:lvl8pPr marL="3200381" indent="0">
              <a:buNone/>
              <a:defRPr sz="900"/>
            </a:lvl8pPr>
            <a:lvl9pPr marL="3657579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079ED8-BA3C-4D57-BF99-DC67CD1E0B8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28141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5E3726-1C85-4E12-883F-584CB0E89F8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62502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72050" y="397280"/>
            <a:ext cx="1543050" cy="84510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2900" y="397280"/>
            <a:ext cx="4476750" cy="84510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CCCC19-0BE7-4FD8-B212-BC11223316FE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5029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342900" y="397272"/>
            <a:ext cx="6172200" cy="165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342900" y="2311401"/>
            <a:ext cx="6172200" cy="65369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970"/>
            <a:ext cx="1600200" cy="526256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rgbClr val="898989"/>
                </a:solidFill>
                <a:latin typeface="Times New Roman" pitchFamily="18" charset="0"/>
                <a:ea typeface="에스코어 드림 4 Regular" panose="020B0503030302020204" pitchFamily="34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970"/>
            <a:ext cx="2171700" cy="526256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200">
                <a:solidFill>
                  <a:srgbClr val="898989"/>
                </a:solidFill>
                <a:latin typeface="Times New Roman" pitchFamily="18" charset="0"/>
                <a:ea typeface="에스코어 드림 4 Regular" panose="020B0503030302020204" pitchFamily="34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970"/>
            <a:ext cx="1600200" cy="526256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rgbClr val="898989"/>
                </a:solidFill>
                <a:latin typeface="Times New Roman" pitchFamily="18" charset="0"/>
                <a:ea typeface="에스코어 드림 4 Regular" panose="020B0503030302020204" pitchFamily="34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1C6B6E2-F41C-4C10-BD32-CFF3A678EF96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7746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에스코어 드림 4 Regular" panose="020B0503030302020204" pitchFamily="34" charset="-127"/>
          <a:ea typeface="에스코어 드림 4 Regular" panose="020B0503030302020204" pitchFamily="34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굴림" charset="-127"/>
          <a:ea typeface="굴림" charset="-127"/>
        </a:defRPr>
      </a:lvl5pPr>
      <a:lvl6pPr marL="457197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굴림" charset="-127"/>
          <a:ea typeface="굴림" charset="-127"/>
        </a:defRPr>
      </a:lvl6pPr>
      <a:lvl7pPr marL="914395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굴림" charset="-127"/>
          <a:ea typeface="굴림" charset="-127"/>
        </a:defRPr>
      </a:lvl7pPr>
      <a:lvl8pPr marL="1371592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굴림" charset="-127"/>
          <a:ea typeface="굴림" charset="-127"/>
        </a:defRPr>
      </a:lvl8pPr>
      <a:lvl9pPr marL="1828789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굴림" charset="-127"/>
          <a:ea typeface="굴림" charset="-127"/>
        </a:defRPr>
      </a:lvl9pPr>
    </p:titleStyle>
    <p:bodyStyle>
      <a:lvl1pPr marL="342898" indent="-342898" algn="l" rtl="0" eaLnBrk="0" fontAlgn="base" latinLnBrk="1" hangingPunct="0">
        <a:spcBef>
          <a:spcPct val="20000"/>
        </a:spcBef>
        <a:spcAft>
          <a:spcPct val="0"/>
        </a:spcAft>
        <a:buFont typeface="가는각진제목체" pitchFamily="18" charset="-127"/>
        <a:buChar char="•"/>
        <a:defRPr kumimoji="1" sz="3200">
          <a:solidFill>
            <a:schemeClr val="tx1"/>
          </a:solidFill>
          <a:latin typeface="에스코어 드림 4 Regular" panose="020B0503030302020204" pitchFamily="34" charset="-127"/>
          <a:ea typeface="에스코어 드림 4 Regular" panose="020B0503030302020204" pitchFamily="34" charset="-127"/>
          <a:cs typeface="+mn-cs"/>
        </a:defRPr>
      </a:lvl1pPr>
      <a:lvl2pPr marL="742946" indent="-285749" algn="l" rtl="0" eaLnBrk="0" fontAlgn="base" latinLnBrk="1" hangingPunct="0">
        <a:spcBef>
          <a:spcPct val="20000"/>
        </a:spcBef>
        <a:spcAft>
          <a:spcPct val="0"/>
        </a:spcAft>
        <a:buFont typeface="가는각진제목체" pitchFamily="18" charset="-127"/>
        <a:buChar char="–"/>
        <a:defRPr kumimoji="1" sz="2800">
          <a:solidFill>
            <a:schemeClr val="tx1"/>
          </a:solidFill>
          <a:latin typeface="에스코어 드림 4 Regular" panose="020B0503030302020204" pitchFamily="34" charset="-127"/>
          <a:ea typeface="에스코어 드림 4 Regular" panose="020B0503030302020204" pitchFamily="34" charset="-127"/>
        </a:defRPr>
      </a:lvl2pPr>
      <a:lvl3pPr marL="1142993" indent="-228599" algn="l" rtl="0" eaLnBrk="0" fontAlgn="base" latinLnBrk="1" hangingPunct="0">
        <a:spcBef>
          <a:spcPct val="20000"/>
        </a:spcBef>
        <a:spcAft>
          <a:spcPct val="0"/>
        </a:spcAft>
        <a:buFont typeface="가는각진제목체" pitchFamily="18" charset="-127"/>
        <a:buChar char="•"/>
        <a:defRPr kumimoji="1" sz="2400">
          <a:solidFill>
            <a:schemeClr val="tx1"/>
          </a:solidFill>
          <a:latin typeface="에스코어 드림 4 Regular" panose="020B0503030302020204" pitchFamily="34" charset="-127"/>
          <a:ea typeface="에스코어 드림 4 Regular" panose="020B0503030302020204" pitchFamily="34" charset="-127"/>
        </a:defRPr>
      </a:lvl3pPr>
      <a:lvl4pPr marL="1600191" indent="-228599" algn="l" rtl="0" eaLnBrk="0" fontAlgn="base" latinLnBrk="1" hangingPunct="0">
        <a:spcBef>
          <a:spcPct val="20000"/>
        </a:spcBef>
        <a:spcAft>
          <a:spcPct val="0"/>
        </a:spcAft>
        <a:buFont typeface="가는각진제목체" pitchFamily="18" charset="-127"/>
        <a:buChar char="–"/>
        <a:defRPr kumimoji="1" sz="2000">
          <a:solidFill>
            <a:schemeClr val="tx1"/>
          </a:solidFill>
          <a:latin typeface="에스코어 드림 4 Regular" panose="020B0503030302020204" pitchFamily="34" charset="-127"/>
          <a:ea typeface="에스코어 드림 4 Regular" panose="020B0503030302020204" pitchFamily="34" charset="-127"/>
        </a:defRPr>
      </a:lvl4pPr>
      <a:lvl5pPr marL="2057388" indent="-228599" algn="l" rtl="0" eaLnBrk="0" fontAlgn="base" latinLnBrk="1" hangingPunct="0">
        <a:spcBef>
          <a:spcPct val="20000"/>
        </a:spcBef>
        <a:spcAft>
          <a:spcPct val="0"/>
        </a:spcAft>
        <a:buFont typeface="가는각진제목체" pitchFamily="18" charset="-127"/>
        <a:buChar char="»"/>
        <a:defRPr kumimoji="1" sz="2000">
          <a:solidFill>
            <a:schemeClr val="tx1"/>
          </a:solidFill>
          <a:latin typeface="에스코어 드림 4 Regular" panose="020B0503030302020204" pitchFamily="34" charset="-127"/>
          <a:ea typeface="에스코어 드림 4 Regular" panose="020B0503030302020204" pitchFamily="34" charset="-127"/>
        </a:defRPr>
      </a:lvl5pPr>
      <a:lvl6pPr marL="2514585" indent="-228599" algn="l" rtl="0" fontAlgn="base" latinLnBrk="1">
        <a:spcBef>
          <a:spcPct val="20000"/>
        </a:spcBef>
        <a:spcAft>
          <a:spcPct val="0"/>
        </a:spcAft>
        <a:buFont typeface="가는각진제목체" pitchFamily="18" charset="-127"/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783" indent="-228599" algn="l" rtl="0" fontAlgn="base" latinLnBrk="1">
        <a:spcBef>
          <a:spcPct val="20000"/>
        </a:spcBef>
        <a:spcAft>
          <a:spcPct val="0"/>
        </a:spcAft>
        <a:buFont typeface="가는각진제목체" pitchFamily="18" charset="-127"/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980" indent="-228599" algn="l" rtl="0" fontAlgn="base" latinLnBrk="1">
        <a:spcBef>
          <a:spcPct val="20000"/>
        </a:spcBef>
        <a:spcAft>
          <a:spcPct val="0"/>
        </a:spcAft>
        <a:buFont typeface="가는각진제목체" pitchFamily="18" charset="-127"/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177" indent="-228599" algn="l" rtl="0" fontAlgn="base" latinLnBrk="1">
        <a:spcBef>
          <a:spcPct val="20000"/>
        </a:spcBef>
        <a:spcAft>
          <a:spcPct val="0"/>
        </a:spcAft>
        <a:buFont typeface="가는각진제목체" pitchFamily="18" charset="-127"/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모서리가 둥근 직사각형 43"/>
          <p:cNvSpPr/>
          <p:nvPr/>
        </p:nvSpPr>
        <p:spPr>
          <a:xfrm>
            <a:off x="144789" y="279377"/>
            <a:ext cx="6624918" cy="968874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+mn-cs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430945" y="355600"/>
            <a:ext cx="1197858" cy="1480096"/>
          </a:xfrm>
          <a:prstGeom prst="roundRect">
            <a:avLst>
              <a:gd name="adj" fmla="val 3071"/>
            </a:avLst>
          </a:prstGeom>
          <a:solidFill>
            <a:sysClr val="window" lastClr="FFFFFF">
              <a:lumMod val="8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3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690574" y="271757"/>
            <a:ext cx="5088993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-10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여기어때 잘난체" panose="020B0600000101010101" pitchFamily="50" charset="-127"/>
                <a:ea typeface="여기어때 잘난체" panose="020B0600000101010101" pitchFamily="50" charset="-127"/>
              </a:rPr>
              <a:t>AI </a:t>
            </a:r>
            <a:r>
              <a:rPr kumimoji="0" lang="ko-KR" altLang="en-US" sz="1400" b="0" i="0" u="none" strike="noStrike" kern="0" cap="none" spc="-10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여기어때 잘난체" panose="020B0600000101010101" pitchFamily="50" charset="-127"/>
                <a:ea typeface="여기어때 잘난체" panose="020B0600000101010101" pitchFamily="50" charset="-127"/>
              </a:rPr>
              <a:t>큐레이터</a:t>
            </a:r>
            <a:r>
              <a:rPr kumimoji="0" lang="en-US" altLang="ko-KR" sz="1400" b="0" i="0" u="none" strike="noStrike" kern="0" cap="none" spc="-10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여기어때 잘난체" panose="020B0600000101010101" pitchFamily="50" charset="-127"/>
                <a:ea typeface="여기어때 잘난체" panose="020B0600000101010101" pitchFamily="50" charset="-127"/>
              </a:rPr>
              <a:t>|  </a:t>
            </a:r>
            <a:r>
              <a:rPr lang="en-US" altLang="ko-KR" sz="1400" kern="0" spc="-100" dirty="0">
                <a:solidFill>
                  <a:srgbClr val="F79646">
                    <a:lumMod val="75000"/>
                  </a:srgbClr>
                </a:solidFill>
                <a:latin typeface="여기어때 잘난체" panose="020B0600000101010101" pitchFamily="50" charset="-127"/>
                <a:ea typeface="여기어때 잘난체" panose="020B0600000101010101" pitchFamily="50" charset="-127"/>
              </a:rPr>
              <a:t>AI</a:t>
            </a:r>
            <a:r>
              <a:rPr kumimoji="0" lang="ko-KR" altLang="en-US" sz="1400" b="0" i="0" u="none" strike="noStrike" kern="0" cap="none" spc="-10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여기어때 잘난체" panose="020B0600000101010101" pitchFamily="50" charset="-127"/>
                <a:ea typeface="여기어때 잘난체" panose="020B0600000101010101" pitchFamily="50" charset="-127"/>
              </a:rPr>
              <a:t>전문가  </a:t>
            </a:r>
            <a:r>
              <a:rPr lang="ko-KR" altLang="en-US" sz="1400" kern="0" spc="-100" dirty="0" err="1">
                <a:solidFill>
                  <a:prstClr val="black"/>
                </a:solidFill>
                <a:latin typeface="여기어때 잘난체" panose="020B0600000101010101" pitchFamily="50" charset="-127"/>
                <a:ea typeface="여기어때 잘난체" panose="020B0600000101010101" pitchFamily="50" charset="-127"/>
              </a:rPr>
              <a:t>고연심강사</a:t>
            </a:r>
            <a:r>
              <a:rPr kumimoji="0" lang="ko-KR" altLang="en-US" sz="14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여기어때 잘난체" panose="020B0600000101010101" pitchFamily="50" charset="-127"/>
                <a:ea typeface="여기어때 잘난체" panose="020B0600000101010101" pitchFamily="50" charset="-127"/>
              </a:rPr>
              <a:t> </a:t>
            </a:r>
            <a:r>
              <a:rPr kumimoji="0" lang="en-US" altLang="ko-KR" sz="14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여기어때 잘난체" panose="020B0600000101010101" pitchFamily="50" charset="-127"/>
                <a:ea typeface="여기어때 잘난체" panose="020B0600000101010101" pitchFamily="50" charset="-127"/>
              </a:rPr>
              <a:t>(1963</a:t>
            </a:r>
            <a:r>
              <a:rPr kumimoji="0" lang="ko-KR" altLang="en-US" sz="14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여기어때 잘난체" panose="020B0600000101010101" pitchFamily="50" charset="-127"/>
                <a:ea typeface="여기어때 잘난체" panose="020B0600000101010101" pitchFamily="50" charset="-127"/>
              </a:rPr>
              <a:t>년생</a:t>
            </a:r>
            <a:r>
              <a:rPr kumimoji="0" lang="en-US" altLang="ko-KR" sz="14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여기어때 잘난체" panose="020B0600000101010101" pitchFamily="50" charset="-127"/>
                <a:ea typeface="여기어때 잘난체" panose="020B0600000101010101" pitchFamily="50" charset="-127"/>
              </a:rPr>
              <a:t>) </a:t>
            </a:r>
            <a:endParaRPr kumimoji="0" lang="ko-KR" altLang="en-US" sz="14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여기어때 잘난체" panose="020B0600000101010101" pitchFamily="50" charset="-127"/>
              <a:ea typeface="여기어때 잘난체" panose="020B0600000101010101" pitchFamily="50" charset="-127"/>
            </a:endParaRPr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93926"/>
              </p:ext>
            </p:extLst>
          </p:nvPr>
        </p:nvGraphicFramePr>
        <p:xfrm>
          <a:off x="1671297" y="601896"/>
          <a:ext cx="4990502" cy="889764"/>
        </p:xfrm>
        <a:graphic>
          <a:graphicData uri="http://schemas.openxmlformats.org/drawingml/2006/table">
            <a:tbl>
              <a:tblPr/>
              <a:tblGrid>
                <a:gridCol w="784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00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현직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97500" marR="975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9BBB59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en-US" altLang="ko-KR" sz="900" u="none" strike="noStrike" cap="none" spc="-90" normalizeH="0" baseline="0" dirty="0" err="1">
                          <a:ln>
                            <a:noFill/>
                          </a:ln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DeepCompass</a:t>
                      </a:r>
                      <a:r>
                        <a:rPr kumimoji="1" lang="en-US" altLang="ko-KR" sz="900" u="none" strike="noStrike" cap="none" spc="-90" normalizeH="0" baseline="0" dirty="0">
                          <a:ln>
                            <a:noFill/>
                          </a:ln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AI </a:t>
                      </a:r>
                      <a:r>
                        <a:rPr kumimoji="1" lang="ko-KR" altLang="en-US" sz="900" u="none" strike="noStrike" cap="none" spc="-90" normalizeH="0" baseline="0" dirty="0">
                          <a:ln>
                            <a:noFill/>
                          </a:ln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연구소 소장</a:t>
                      </a:r>
                      <a:r>
                        <a:rPr kumimoji="1" lang="en-US" altLang="ko-KR" sz="900" u="none" strike="noStrike" cap="none" spc="-90" normalizeH="0" baseline="0" dirty="0">
                          <a:ln>
                            <a:noFill/>
                          </a:ln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/ </a:t>
                      </a:r>
                      <a:r>
                        <a:rPr kumimoji="1" lang="ko-KR" altLang="en-US" sz="900" u="none" strike="noStrike" cap="none" spc="-90" normalizeH="0" baseline="0" dirty="0" err="1">
                          <a:ln>
                            <a:noFill/>
                          </a:ln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한국인공지능인재개발원교수</a:t>
                      </a:r>
                      <a:r>
                        <a:rPr kumimoji="1" lang="en-US" altLang="ko-KR" sz="900" u="none" strike="noStrike" cap="none" spc="-90" normalizeH="0" baseline="0" dirty="0">
                          <a:ln>
                            <a:noFill/>
                          </a:ln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/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: 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한국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AI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전문가협회 교수</a:t>
                      </a:r>
                      <a:endParaRPr kumimoji="1" lang="en-US" altLang="ko-KR" sz="900" u="none" strike="noStrike" cap="none" spc="-90" normalizeH="0" baseline="0" dirty="0">
                        <a:ln>
                          <a:noFill/>
                        </a:ln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9BBB59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524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대표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강의분야</a:t>
                      </a:r>
                    </a:p>
                  </a:txBody>
                  <a:tcPr marL="97500" marR="97500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9BBB5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ChatGPT</a:t>
                      </a:r>
                      <a:r>
                        <a:rPr kumimoji="1" lang="ko-KR" altLang="en-US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외 </a:t>
                      </a:r>
                      <a:r>
                        <a:rPr kumimoji="1" lang="en-US" altLang="ko-KR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AI</a:t>
                      </a:r>
                      <a:r>
                        <a:rPr kumimoji="1" lang="ko-KR" altLang="en-US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플랫폼 심층리서치</a:t>
                      </a:r>
                      <a:r>
                        <a:rPr kumimoji="1" lang="en-US" altLang="ko-KR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GPTs</a:t>
                      </a:r>
                      <a:r>
                        <a:rPr kumimoji="1" lang="ko-KR" altLang="en-US" sz="900" u="none" strike="noStrike" kern="1200" cap="none" spc="-9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챗봇</a:t>
                      </a:r>
                      <a:r>
                        <a:rPr kumimoji="1" lang="ko-KR" altLang="en-US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 제작</a:t>
                      </a:r>
                      <a:r>
                        <a:rPr kumimoji="1" lang="en-US" altLang="ko-KR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프롬프트엔지니어링</a:t>
                      </a:r>
                      <a:r>
                        <a:rPr kumimoji="1" lang="en-US" altLang="ko-KR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데이터분석</a:t>
                      </a:r>
                      <a:r>
                        <a:rPr kumimoji="1" lang="en-US" altLang="ko-KR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기획서작성</a:t>
                      </a:r>
                      <a:r>
                        <a:rPr kumimoji="1" lang="en-US" altLang="ko-KR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에이전트 만들기</a:t>
                      </a:r>
                      <a:endParaRPr kumimoji="1" lang="en-US" altLang="ko-KR" sz="900" u="none" strike="noStrike" kern="1200" cap="none" spc="-9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en-US" altLang="ko-KR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마케팅활용</a:t>
                      </a:r>
                      <a:r>
                        <a:rPr kumimoji="1" lang="en-US" altLang="ko-KR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_</a:t>
                      </a:r>
                      <a:r>
                        <a:rPr kumimoji="1" lang="ko-KR" altLang="en-US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영상제작</a:t>
                      </a:r>
                      <a:r>
                        <a:rPr kumimoji="1" lang="en-US" altLang="ko-KR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기획</a:t>
                      </a:r>
                      <a:r>
                        <a:rPr kumimoji="1" lang="en-US" altLang="ko-KR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u="none" strike="noStrike" kern="1200" cap="none" spc="-9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숏츠</a:t>
                      </a:r>
                      <a:r>
                        <a:rPr kumimoji="1" lang="en-US" altLang="ko-KR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u="none" strike="noStrike" kern="1200" cap="none" spc="-9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릴스</a:t>
                      </a:r>
                      <a:r>
                        <a:rPr kumimoji="1" lang="en-US" altLang="ko-KR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</a:t>
                      </a:r>
                      <a:r>
                        <a:rPr kumimoji="1" lang="ko-KR" altLang="en-US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스마트워크</a:t>
                      </a:r>
                      <a:r>
                        <a:rPr kumimoji="1" lang="en-US" altLang="ko-KR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블로그 마케팅</a:t>
                      </a:r>
                      <a:r>
                        <a:rPr kumimoji="1" lang="en-US" altLang="ko-KR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u="none" strike="noStrike" kern="1200" cap="none" spc="-9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뉴스레터 등 </a:t>
                      </a:r>
                      <a:endParaRPr kumimoji="0" lang="en-US" altLang="ko-KR" sz="900" b="0" i="0" u="none" strike="noStrike" kern="1200" cap="none" spc="-9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9BBB5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907566"/>
              </p:ext>
            </p:extLst>
          </p:nvPr>
        </p:nvGraphicFramePr>
        <p:xfrm>
          <a:off x="334566" y="2166644"/>
          <a:ext cx="6023571" cy="6963854"/>
        </p:xfrm>
        <a:graphic>
          <a:graphicData uri="http://schemas.openxmlformats.org/drawingml/2006/table">
            <a:tbl>
              <a:tblPr firstRow="1" bandRow="1"/>
              <a:tblGrid>
                <a:gridCol w="1212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0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607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1166226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Arial" pitchFamily="34" charset="0"/>
                        </a:rPr>
                        <a:t>학력</a:t>
                      </a:r>
                    </a:p>
                  </a:txBody>
                  <a:tcPr marL="63305" marR="63305" marT="60960" marB="60960"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2075" marR="0" lvl="0" indent="-9207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단국대학교 일반대학원 문화예술학박사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(2023}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773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1166226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Arial" pitchFamily="34" charset="0"/>
                        </a:rPr>
                        <a:t>경력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Arial" pitchFamily="34" charset="0"/>
                      </a:endParaRPr>
                    </a:p>
                  </a:txBody>
                  <a:tcPr marL="63305" marR="63305" marT="60960" marB="60960"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2075" marR="0" lvl="0" indent="-9207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현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2026. 03: </a:t>
                      </a: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DeepCompass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AI Lab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소장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marL="92075" marR="0" lvl="0" indent="-9207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현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2026. 03: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한국인공지능인재개발원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교수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marL="92075" marR="0" lvl="0" indent="-9207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현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2026. 03: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한국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AI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전문가협회 교수위원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marL="92075" marR="0" lvl="0" indent="-9207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현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2026. 03 : AI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프롬프트 연구소 책임연구원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marL="92075" marR="0" lvl="0" indent="-9207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현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2026. 03: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반포느티나무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열린 문화 공간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강사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419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1166226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Arial" pitchFamily="34" charset="0"/>
                        </a:rPr>
                        <a:t>강의특징</a:t>
                      </a:r>
                    </a:p>
                  </a:txBody>
                  <a:tcPr marL="63305" marR="63305" marT="60960" marB="60960"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2075" marR="0" lvl="0" indent="-9207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800" b="1" dirty="0"/>
                        <a:t> </a:t>
                      </a:r>
                      <a:r>
                        <a:rPr lang="en-US" altLang="ko-KR" sz="800" b="1" dirty="0"/>
                        <a:t>[</a:t>
                      </a:r>
                      <a:r>
                        <a:rPr lang="ko-KR" altLang="en-US" sz="800" b="1" dirty="0"/>
                        <a:t>비즈니스분야</a:t>
                      </a:r>
                      <a:r>
                        <a:rPr lang="en-US" altLang="ko-KR" sz="800" b="1" dirty="0"/>
                        <a:t>]</a:t>
                      </a:r>
                    </a:p>
                    <a:p>
                      <a:pPr marL="92075" marR="0" lvl="0" indent="-9207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ChatGPT, GPTs </a:t>
                      </a:r>
                      <a:r>
                        <a:rPr lang="ko-KR" altLang="en-US" sz="800" b="0" i="0" kern="1200" dirty="0" err="1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챗봇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프롬프트 엔지니어링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AI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음성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/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영상 제작 등 다양한 생성형 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AI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도구의 실제 활용 노하우를 중심으로 실무 중심 강의 제공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DeepcompassAI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연구소 소장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GPT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기반 교육연구 활동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800" b="0" i="0" kern="1200" dirty="0" err="1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한국인공지능인재개발원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 및 여성부  연계 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경력을 토대로 맞춤형 교육 및 워크숍 운영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맞춤형 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AI 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콘텐츠 기획력</a:t>
                      </a:r>
                      <a:b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</a:br>
                      <a:r>
                        <a:rPr lang="ko-KR" altLang="en-US" sz="800" b="0" i="0" kern="1200" dirty="0" err="1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쇼츠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800" b="0" i="0" kern="1200" dirty="0" err="1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릴스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뉴스레터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블로그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스마트워크 등의 디지털 마케팅 콘텐츠 기획과 실행 사례를 통해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실전 활용이 가능한 강의 콘텐츠 구성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marL="92075" marR="0" lvl="0" indent="-9207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창의적이고 감성적인 교육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쉽고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(Easy),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재미있고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(Fun),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유익한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(Useful)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강의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멀티 교수법과 다양한 퍼포먼스 프레젠테이션을 활용한 감성과 공감 중심의 차별화된 강의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(Edutainer)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진행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. 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097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1166226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Arial" pitchFamily="34" charset="0"/>
                        </a:rPr>
                        <a:t>강의분야</a:t>
                      </a:r>
                    </a:p>
                  </a:txBody>
                  <a:tcPr marL="63305" marR="63305" marT="60960" marB="60960"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2075" marR="0" lvl="0" indent="-9207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[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생성형 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AI 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업무혁신 분야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  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업무 자동화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(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문서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·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보고서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·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반복업무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),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프롬프트 설계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(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역할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·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검증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·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템플릿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), </a:t>
                      </a:r>
                      <a:r>
                        <a:rPr lang="ko-KR" altLang="en-US" sz="800" b="0" i="0" kern="1200" dirty="0" err="1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챗봇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 제작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800" b="0" i="0" kern="1200" dirty="0" err="1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노코드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 에이전트 구축</a:t>
                      </a:r>
                      <a:endParaRPr lang="ko-KR" altLang="en-US" sz="800" b="1" i="0" kern="1200" dirty="0"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[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기획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·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리서치 분야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  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시장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/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경쟁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/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사례 조사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요약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·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인사이트 도출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실행전략 전환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(1pager/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비교표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)</a:t>
                      </a:r>
                      <a:endParaRPr lang="en-US" altLang="ko-KR" sz="800" b="1" i="0" kern="1200" dirty="0"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[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데이터 분석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·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시각화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(ADA) 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분야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   엑셀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/CSV),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분석 자동화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KPI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설계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시각화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(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차트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/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대시보드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결과 </a:t>
                      </a:r>
                      <a:r>
                        <a:rPr lang="ko-KR" altLang="en-US" sz="800" b="0" i="0" kern="1200" dirty="0" err="1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해석문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 작성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보고서 자동 생성</a:t>
                      </a:r>
                      <a:endParaRPr lang="ko-KR" altLang="en-US" sz="800" b="1" i="0" kern="1200" dirty="0"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[AI 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콘텐츠 제작 분야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  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브랜딩 비주얼 제작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(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포스터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/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썸네일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/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카드뉴스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),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디자인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플랫폼별 포맷 최적화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(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리사이즈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/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버전관리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)</a:t>
                      </a:r>
                      <a:endParaRPr lang="en-US" altLang="ko-KR" sz="800" b="1" i="0" kern="1200" dirty="0"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[AI 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출판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·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지식상품화 분야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   AI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전자책 기획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(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주제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/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목차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),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원고 작성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·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편집 자동화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표지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/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내지 제작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출판 워크플로우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콘텐츠 재가공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[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영상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·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음악 제작 분야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  </a:t>
                      </a:r>
                      <a:r>
                        <a:rPr lang="ko-KR" altLang="en-US" sz="800" b="0" i="0" strike="noStrike" kern="1200" dirty="0" err="1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숏폼</a:t>
                      </a:r>
                      <a:r>
                        <a:rPr lang="ko-KR" altLang="en-US" sz="800" b="0" i="0" strike="noStrike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 영상 기획</a:t>
                      </a:r>
                      <a:r>
                        <a:rPr lang="en-US" altLang="ko-KR" sz="800" b="0" i="0" strike="noStrike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800" b="0" i="0" strike="noStrike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스크립트</a:t>
                      </a:r>
                      <a:r>
                        <a:rPr lang="en-US" altLang="ko-KR" sz="800" b="0" i="0" strike="noStrike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·</a:t>
                      </a:r>
                      <a:r>
                        <a:rPr lang="ko-KR" altLang="en-US" sz="800" b="0" i="0" strike="noStrike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스토리보드</a:t>
                      </a:r>
                      <a:r>
                        <a:rPr lang="en-US" altLang="ko-KR" sz="800" b="0" i="0" strike="noStrike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AI </a:t>
                      </a:r>
                      <a:r>
                        <a:rPr lang="ko-KR" altLang="en-US" sz="800" b="0" i="0" strike="noStrike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영상 제작 툴 활용</a:t>
                      </a:r>
                      <a:r>
                        <a:rPr lang="en-US" altLang="ko-KR" sz="800" b="0" i="0" strike="noStrike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800" b="0" i="0" strike="noStrike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영상 편집 워크플로우</a:t>
                      </a:r>
                      <a:r>
                        <a:rPr lang="en-US" altLang="ko-KR" sz="800" b="0" i="0" strike="noStrike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AI </a:t>
                      </a:r>
                      <a:r>
                        <a:rPr lang="ko-KR" altLang="en-US" sz="800" b="0" i="0" strike="noStrike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음악 제작</a:t>
                      </a:r>
                      <a:endParaRPr lang="en-US" altLang="ko-KR" sz="800" b="1" i="0" strike="noStrike" kern="1200" dirty="0"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[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실습형 워크숍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·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기관 맞춤 교육 분야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]</a:t>
                      </a:r>
                    </a:p>
                    <a:p>
                      <a:pPr marL="92075" marR="0" lvl="0" indent="-9207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직무별 실습 설계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(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행정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/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교육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/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마케팅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/HR),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기관 맞춤 과제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현장 적용 가이드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800" b="0" i="0" kern="1200" dirty="0" err="1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프롬프트팩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 제작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결과물 중심 워크숍 운영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868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1166226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Arial" pitchFamily="34" charset="0"/>
                        </a:rPr>
                        <a:t>출강기관</a:t>
                      </a:r>
                    </a:p>
                  </a:txBody>
                  <a:tcPr marL="63305" marR="63305" marT="60960" marB="60960" anchor="ctr">
                    <a:lnL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2075" marR="0" lvl="0" indent="-9207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[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중학교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]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청인학교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이룸학교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청운중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알파중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방화중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이음중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신기중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고진중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</a:t>
                      </a:r>
                      <a:r>
                        <a:rPr kumimoji="1" lang="ko-KR" altLang="en-US" sz="800" dirty="0">
                          <a:solidFill>
                            <a:srgbClr val="000000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外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marL="92075" marR="0" lvl="0" indent="-9207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[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대학교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]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중앙대학교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한국산업기술대학교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동덕여자대학교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한국성서대학교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선린대학교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청인학교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파주두원공과대학교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한성대학교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한성대학원</a:t>
                      </a:r>
                      <a:r>
                        <a:rPr kumimoji="1" lang="ko-KR" altLang="en-US" sz="800" dirty="0">
                          <a:solidFill>
                            <a:srgbClr val="000000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外</a:t>
                      </a:r>
                      <a:endParaRPr kumimoji="1" lang="en-US" altLang="ko-KR" sz="800" dirty="0">
                        <a:solidFill>
                          <a:srgbClr val="000000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marL="92075" marR="0" lvl="0" indent="-9207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[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법인 및 단체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]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서울시관광협회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천주교주교회의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수원교구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교구청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marL="92075" marR="0" lvl="0" indent="-9207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[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관공서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]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기획재정부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경북도교육청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파주교육지원청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순천시청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대전중구청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원주국토관리청 등</a:t>
                      </a:r>
                    </a:p>
                    <a:p>
                      <a:pPr marL="92075" marR="0" lvl="0" indent="-9207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[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공공기관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/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유관기관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]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경기인재개발원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경기고양인재개발원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부천평생학습센터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증평평생학습센터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청년창업센터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고양신문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등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marL="92075" marR="0" lvl="0" indent="-9207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[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민간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/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위탁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·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운영기관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]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화성새일터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부천복지관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한국능률협회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한양문고 등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marL="92075" marR="0" lvl="0" indent="-9207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[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사업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/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프로그램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]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디지털배움터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1717692" y="1560235"/>
            <a:ext cx="4836580" cy="411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AI</a:t>
            </a:r>
            <a:r>
              <a:rPr lang="ko-KR" altLang="en-US" sz="9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에이전트 </a:t>
            </a: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시대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기업 혁신과 디지털 전환을 선도하는 최고의 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HRD </a:t>
            </a: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파트너로 함께 하겠습니다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!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010-7432-6833/emas7788@naver.com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0B80666-1995-3354-6360-1BC3FC3E31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56" y="355600"/>
            <a:ext cx="1296147" cy="145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113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theme/theme1.xml><?xml version="1.0" encoding="utf-8"?>
<a:theme xmlns:a="http://schemas.openxmlformats.org/drawingml/2006/main" name="7_Office 테마">
  <a:themeElements>
    <a:clrScheme name="2_Office 테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테마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Office 테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2756</TotalTime>
  <Words>573</Words>
  <Application>Microsoft Office PowerPoint</Application>
  <PresentationFormat>A4 용지(210x297mm)</PresentationFormat>
  <Paragraphs>48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에스코어 드림 4 Regular</vt:lpstr>
      <vt:lpstr>G마켓 산스 TTF Bold</vt:lpstr>
      <vt:lpstr>Wingdings</vt:lpstr>
      <vt:lpstr>굴림</vt:lpstr>
      <vt:lpstr>가는각진제목체</vt:lpstr>
      <vt:lpstr>여기어때 잘난체</vt:lpstr>
      <vt:lpstr>Times New Roman</vt:lpstr>
      <vt:lpstr>7_Office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YS K</cp:lastModifiedBy>
  <cp:revision>373</cp:revision>
  <cp:lastPrinted>2016-11-28T07:17:58Z</cp:lastPrinted>
  <dcterms:created xsi:type="dcterms:W3CDTF">2016-08-05T00:05:33Z</dcterms:created>
  <dcterms:modified xsi:type="dcterms:W3CDTF">2026-03-17T02:45:17Z</dcterms:modified>
</cp:coreProperties>
</file>